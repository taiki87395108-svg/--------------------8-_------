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AB95A-117C-F0D5-C9B7-CBFAD02D8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BE41AF-7AA0-1B91-7BE4-3E1E1EB4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626E9-BCA2-DB48-9F38-59AF0EE8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720FCD-37E6-0485-F351-7D738ABD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97EA9-B4CD-F5CF-4B36-B42A5A2D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6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2FCF0-5EEC-29CE-60B9-F6207104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1A0E2-5D0E-6948-6C37-71EFE84F0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90B221-017B-0240-CDCB-4382BEA4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2E3A53-5AE4-F0BA-0DFD-DA2036F9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91D965-CE31-928F-76AD-1A86C910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89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946A4-745E-F22A-E54F-6480B18E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08E6DB-209A-F167-C00D-E5F39134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2C4E26-813C-6E86-73E9-03069B39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7ECA8A-3158-553D-17FB-8C48505C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2BB94-EA96-BEAE-B71F-331310F5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4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2AD38-0553-01D4-1C8F-D1711188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C9BB12-1E0A-83BC-60D3-D17B78150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469BE0-EA85-FEFB-0F66-DC9C31136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A11963-FA02-3696-5419-B2B19BEC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8DE7C3-2768-745B-03A4-DF7892C7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BCB009-4124-EEAE-61B4-4E13BDEE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10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4A421-82D5-2594-BAFB-66C0ED34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5AA5AE-6C73-D0EB-5081-A51846DC8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B2D480-A492-B2C3-A82B-A5C5D1A79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A7CCD8-D509-0D93-6C4B-8ECA0D31E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0F161C-F8F6-1077-333E-5AAF12A8D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C11848-3BF6-A748-34A1-BCC12627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D5BEE8-188A-B66B-738A-5226E4F6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EF219D-237A-A8B4-BBDB-88F52C37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48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F9BB0-1229-192B-513A-6D20DD1A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DD47C6-3F31-850B-ACCD-E7A19A8E8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A16348-19AE-512E-6465-5E2FCF50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BB83827-2C73-EA1A-C4E9-4C1E38F5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75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A82C11-0F75-956A-368D-35AC2B07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2DE431C-EE66-D2A4-A476-3C00E22B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C63C9A-35D4-AAD6-1E39-BBC2FD13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22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EFE2E-26BF-0BF5-B5B2-5CE1FC86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68F8C0-5630-38CE-54F5-CE8ACDCAD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32C58C-CE81-2378-10C2-F76044556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130D1C-F2C2-B246-5E08-C761EA20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D4CBA7-19AA-5643-84B4-86920223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534E24-5D80-E7D3-D4B6-B3DB3475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60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65623F-344D-8DEA-78C3-D2810D71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0EEDAE-F5C9-C098-8405-52A39D03A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C1EB28-9F3B-248E-31D8-496BBA764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261A36-0728-0FA6-020D-CE9CF96E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4E6C2D-9CD9-2E1F-45CE-EDAC16A9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764756-71C1-240A-A61B-86B7324D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83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53A12-38EF-38FA-E6AF-709C893D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DEFD94-A666-A22F-D7C3-BD2B5686C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A21686-7829-CC58-1989-849D35B4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853543-8242-E32C-7BE3-BEA7E871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7CA5FF-900A-BFB9-FFA9-7453AF4A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22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5BEA5B0-188A-7B33-66DD-FFF994711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3249F7-4A75-8FCB-4824-7E818805E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6BBDB7-9BC5-D5C7-F325-4BDE1780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E0CDFC-CB4A-6189-FD1C-549FDF75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684658-33B0-1E62-B641-1C538A04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14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9AA581-238D-4CC7-6CE3-4893175E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9251AF-3944-0A05-FE24-4E1428D18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5152D9-0A0C-EA1F-56F2-396B43D11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C7A89-1C76-4311-A654-134C81A3E46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CA746A-C859-2626-1B67-8BBEA4484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66655E-D53C-C63B-D1A3-EC40AB991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0DF3F-000C-447D-BBAD-C119C1013E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44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3ADDE98-3C35-43AD-1DAF-38012433430A}"/>
              </a:ext>
            </a:extLst>
          </p:cNvPr>
          <p:cNvGrpSpPr/>
          <p:nvPr/>
        </p:nvGrpSpPr>
        <p:grpSpPr>
          <a:xfrm>
            <a:off x="0" y="58375"/>
            <a:ext cx="12192000" cy="6741247"/>
            <a:chOff x="0" y="58375"/>
            <a:chExt cx="12192000" cy="674124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38CFAA0-A2E0-4EF6-A932-805BAD229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8375"/>
              <a:ext cx="12192000" cy="6741247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73D8378-2398-991A-6B8D-57D7E9AA4AC3}"/>
                </a:ext>
              </a:extLst>
            </p:cNvPr>
            <p:cNvSpPr/>
            <p:nvPr/>
          </p:nvSpPr>
          <p:spPr>
            <a:xfrm rot="816354">
              <a:off x="5691397" y="2046382"/>
              <a:ext cx="398854" cy="1354713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93526DE-1F16-4A66-6278-A46D5A8C7A57}"/>
                </a:ext>
              </a:extLst>
            </p:cNvPr>
            <p:cNvSpPr/>
            <p:nvPr/>
          </p:nvSpPr>
          <p:spPr>
            <a:xfrm rot="816354">
              <a:off x="4599933" y="2038759"/>
              <a:ext cx="1039809" cy="1114546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5DF5D22-DA62-B2B7-44FB-763F6F2CC3BF}"/>
                </a:ext>
              </a:extLst>
            </p:cNvPr>
            <p:cNvSpPr/>
            <p:nvPr/>
          </p:nvSpPr>
          <p:spPr>
            <a:xfrm>
              <a:off x="2166625" y="2166464"/>
              <a:ext cx="3246623" cy="322849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CB5A48D-B6D1-A63C-C0C6-3D7D9E010A37}"/>
                </a:ext>
              </a:extLst>
            </p:cNvPr>
            <p:cNvSpPr/>
            <p:nvPr/>
          </p:nvSpPr>
          <p:spPr>
            <a:xfrm>
              <a:off x="5674907" y="4709161"/>
              <a:ext cx="2856445" cy="510912"/>
            </a:xfrm>
            <a:prstGeom prst="rect">
              <a:avLst/>
            </a:prstGeom>
            <a:noFill/>
            <a:ln w="38100">
              <a:solidFill>
                <a:srgbClr val="FF99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34E44DC-08C2-83A5-2746-4CF96C3D2B0E}"/>
                </a:ext>
              </a:extLst>
            </p:cNvPr>
            <p:cNvSpPr/>
            <p:nvPr/>
          </p:nvSpPr>
          <p:spPr>
            <a:xfrm>
              <a:off x="8531352" y="3789856"/>
              <a:ext cx="1298448" cy="1513664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楕円 11">
            <a:extLst>
              <a:ext uri="{FF2B5EF4-FFF2-40B4-BE49-F238E27FC236}">
                <a16:creationId xmlns:a16="http://schemas.microsoft.com/office/drawing/2014/main" id="{6607A712-5BC2-FCC0-0083-28CAF6E42140}"/>
              </a:ext>
            </a:extLst>
          </p:cNvPr>
          <p:cNvSpPr/>
          <p:nvPr/>
        </p:nvSpPr>
        <p:spPr>
          <a:xfrm>
            <a:off x="4233672" y="5394959"/>
            <a:ext cx="706348" cy="612648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3D83A66-848A-CE97-4087-83237ADFF524}"/>
              </a:ext>
            </a:extLst>
          </p:cNvPr>
          <p:cNvSpPr/>
          <p:nvPr/>
        </p:nvSpPr>
        <p:spPr>
          <a:xfrm>
            <a:off x="5174300" y="2077444"/>
            <a:ext cx="706348" cy="612648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F00F51-1646-A432-8961-BB14EE2D68E8}"/>
              </a:ext>
            </a:extLst>
          </p:cNvPr>
          <p:cNvSpPr txBox="1"/>
          <p:nvPr/>
        </p:nvSpPr>
        <p:spPr>
          <a:xfrm>
            <a:off x="109728" y="5997312"/>
            <a:ext cx="1380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資材保管室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B1D2994-D42B-F7FC-A4E5-DBAAAA2A70B9}"/>
              </a:ext>
            </a:extLst>
          </p:cNvPr>
          <p:cNvSpPr txBox="1"/>
          <p:nvPr/>
        </p:nvSpPr>
        <p:spPr>
          <a:xfrm>
            <a:off x="11139704" y="4524495"/>
            <a:ext cx="98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充填室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A79C7894-BDDB-94DE-9AE0-7FA7542ACB8F}"/>
              </a:ext>
            </a:extLst>
          </p:cNvPr>
          <p:cNvSpPr/>
          <p:nvPr/>
        </p:nvSpPr>
        <p:spPr>
          <a:xfrm rot="10800000">
            <a:off x="201167" y="5421392"/>
            <a:ext cx="557784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9DB63C41-AD04-9226-9F56-517102DEA3EE}"/>
              </a:ext>
            </a:extLst>
          </p:cNvPr>
          <p:cNvSpPr/>
          <p:nvPr/>
        </p:nvSpPr>
        <p:spPr>
          <a:xfrm>
            <a:off x="10668394" y="4717153"/>
            <a:ext cx="557784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00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23FDCF-A0CA-F5FD-8175-207211934D7E}"/>
              </a:ext>
            </a:extLst>
          </p:cNvPr>
          <p:cNvSpPr txBox="1"/>
          <p:nvPr/>
        </p:nvSpPr>
        <p:spPr>
          <a:xfrm>
            <a:off x="1299972" y="658368"/>
            <a:ext cx="7882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赤＝パウチ自動供給装置（新設）</a:t>
            </a:r>
            <a:endParaRPr kumimoji="1" lang="en-US" altLang="ja-JP" dirty="0"/>
          </a:p>
          <a:p>
            <a:r>
              <a:rPr kumimoji="1" lang="ja-JP" altLang="en-US" dirty="0"/>
              <a:t>青＝マガジン（現在はここでパウチを手作業で投入）</a:t>
            </a:r>
            <a:endParaRPr kumimoji="1" lang="en-US" altLang="ja-JP" dirty="0"/>
          </a:p>
          <a:p>
            <a:r>
              <a:rPr kumimoji="1" lang="ja-JP" altLang="en-US" dirty="0"/>
              <a:t>緑＝踏み台（ここにパートさんが立ち、作業をする）</a:t>
            </a:r>
            <a:endParaRPr kumimoji="1" lang="en-US" altLang="ja-JP" dirty="0"/>
          </a:p>
          <a:p>
            <a:r>
              <a:rPr lang="ja-JP" altLang="en-US" dirty="0"/>
              <a:t>オレンジ＝製袋機（パウチにストロー（スパウト）を熱圧着する）</a:t>
            </a:r>
            <a:endParaRPr lang="en-US" altLang="ja-JP" dirty="0"/>
          </a:p>
          <a:p>
            <a:r>
              <a:rPr kumimoji="1" lang="ja-JP" altLang="en-US" dirty="0"/>
              <a:t>ピンク＝コンベア（リークチェッカへ製品を運搬）</a:t>
            </a:r>
            <a:endParaRPr kumimoji="1" lang="en-US" altLang="ja-JP" dirty="0"/>
          </a:p>
          <a:p>
            <a:r>
              <a:rPr lang="ja-JP" altLang="en-US" dirty="0"/>
              <a:t>紫＝リークチェッカ（圧着漏れがないか検査）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93503A-9E9E-4623-8BC1-F2DB77507ACF}"/>
              </a:ext>
            </a:extLst>
          </p:cNvPr>
          <p:cNvSpPr txBox="1"/>
          <p:nvPr/>
        </p:nvSpPr>
        <p:spPr>
          <a:xfrm>
            <a:off x="1299972" y="2688336"/>
            <a:ext cx="959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ホッパローダ＝</a:t>
            </a:r>
            <a:r>
              <a:rPr lang="ja-JP" altLang="ja-JP" dirty="0"/>
              <a:t>充填後にキャップを供給するための設備（隣の部屋</a:t>
            </a:r>
            <a:r>
              <a:rPr lang="ja-JP" altLang="en-US" dirty="0"/>
              <a:t>へ</a:t>
            </a:r>
            <a:r>
              <a:rPr lang="ja-JP" altLang="ja-JP" dirty="0"/>
              <a:t>コンベアで送られる）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44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98</Words>
  <Application>Microsoft Office PowerPoint</Application>
  <PresentationFormat>ワイド画面</PresentationFormat>
  <Paragraphs>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2026-09-28T14:08:17Z</dcterms:created>
  <dcterms:modified xsi:type="dcterms:W3CDTF">2026-09-28T16:40:12Z</dcterms:modified>
</cp:coreProperties>
</file>